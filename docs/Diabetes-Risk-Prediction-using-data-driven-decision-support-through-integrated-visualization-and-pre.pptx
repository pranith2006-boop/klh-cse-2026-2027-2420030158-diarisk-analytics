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680"/>
            <a:ext cx="8151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Diabetes Risk Prediction using data-driven decision support through integrated visualization and predictive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85134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Problem Definition &amp; Phase 2: Data Collection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189336"/>
            <a:ext cx="4103191" cy="2513484"/>
          </a:xfrm>
          <a:prstGeom prst="roundRect">
            <a:avLst>
              <a:gd name="adj" fmla="val 355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313310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631132"/>
            <a:ext cx="3855244" cy="121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rigorous, data-driven academic investigation into diabetes risk stratification using predictive analytics and interactive clinical visualization tools.</a:t>
            </a:r>
            <a:endParaRPr lang="en-US" sz="950" dirty="0"/>
          </a:p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1331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Phases Covered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6466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2843138"/>
            <a:ext cx="39245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728046" y="293370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 — Problem Definition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3251522"/>
            <a:ext cx="3924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questions, objectives, and clinical context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66697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8046" y="3863429"/>
            <a:ext cx="3924598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728046" y="3953991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 — Data Collection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8046" y="4271814"/>
            <a:ext cx="3924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sourcing, variable selection, and structural overview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2168"/>
            <a:ext cx="1669628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79375"/>
            <a:ext cx="197800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— PROBLEM DEFINITION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029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253877"/>
            <a:ext cx="4103191" cy="3447380"/>
          </a:xfrm>
          <a:prstGeom prst="roundRect">
            <a:avLst>
              <a:gd name="adj" fmla="val 259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377851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1695673"/>
            <a:ext cx="3855244" cy="130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Diabetes management in telemedicine settings lacks integrated, data-driven decision support. Clinicians need real-time, evidence-based tools that combine predictive analytics with actionable visualization to identify high-risk patients before complications arise.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such infrastructure, telemedicine platforms cannot deliver the precision care required at population scale.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377851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1695673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robust predictive model capable of stratifying diabetes risk across patient populations, and deploy an interactive clinical dashboard that translates model outputs into decision support for healthcare providers.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2660005"/>
            <a:ext cx="3924598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28046" y="284477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Dual Deliverables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046" y="3178150"/>
            <a:ext cx="1900312" cy="13835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23458" y="3316412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Model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23458" y="3634234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high-risk patients using validated health indicators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2332" y="3178150"/>
            <a:ext cx="1900312" cy="13835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7743" y="3316412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947743" y="3828083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risk predictions and factor relationships for clinical use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67370"/>
            <a:ext cx="1534269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904577"/>
            <a:ext cx="184264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 — RESEARCH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054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Questions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7907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targeted research questions anchor the analytical framework, each mapping to a distinct clinical risk dimension and corresponding data variable.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21553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627" y="223878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9145" y="2258169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&amp; Prevalence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9145" y="2526432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age groups carry the highest diabetes prevalence? Age-stratified analysis will reveal demographic risk concentration and inform targeted screening priorities.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9465" y="221553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5974" y="223878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52492" y="2258169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BMI &amp; Risk Elevation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52492" y="2526432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high BMI significantly increase diabetes risk? Regression analysis across BMI categories will quantify the magnitude of this relationship within the dataset.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36984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627" y="33930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9145" y="3412480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Hypertension &amp; Cholesterol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9145" y="3680743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are hypertension and elevated cholesterol co-associated with diabetes diagnosis? Correlation matrices will surface multivariate relationships among these comorbidities.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9465" y="336984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5974" y="33930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52492" y="3412480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Activity as a Protective Factor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52492" y="3680743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physical activity reduce diabetes prevalence? Comparative analysis will assess whether activity levels act as a statistically significant protective variable in the population.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2871"/>
            <a:ext cx="1331044" cy="164902"/>
          </a:xfrm>
          <a:prstGeom prst="roundRect">
            <a:avLst>
              <a:gd name="adj" fmla="val 2211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385390"/>
            <a:ext cx="1658020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— DATA COLLECTION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5572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 &amp; Dataset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7984" y="1037332"/>
            <a:ext cx="2837259" cy="3753296"/>
          </a:xfrm>
          <a:prstGeom prst="roundRect">
            <a:avLst>
              <a:gd name="adj" fmla="val 275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6479" y="1132284"/>
            <a:ext cx="26202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at a Glance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6479" y="1462832"/>
            <a:ext cx="2620268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250K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6479" y="1946449"/>
            <a:ext cx="26202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6479" y="2210916"/>
            <a:ext cx="262026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patient observations in the dataset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6479" y="2617887"/>
            <a:ext cx="2620268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6479" y="3101504"/>
            <a:ext cx="26202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Variables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6479" y="3365971"/>
            <a:ext cx="262026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health indicators selected for analysis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6479" y="3772942"/>
            <a:ext cx="2620268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6479" y="4256559"/>
            <a:ext cx="26202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Classes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6479" y="4521026"/>
            <a:ext cx="262026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outcome: Diabetes Yes / No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46636" y="1132284"/>
            <a:ext cx="520593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Source: Diabetes Health Indicators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6636" y="1396752"/>
            <a:ext cx="520593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large-scale, structured public health dataset providing comprehensive patient-level records suitable for binary classification modeling and population-level risk stratification.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46636" y="1856259"/>
            <a:ext cx="5205933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46636" y="2004417"/>
            <a:ext cx="520593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Variable Schema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6636" y="2280717"/>
            <a:ext cx="5205933" cy="2332434"/>
          </a:xfrm>
          <a:prstGeom prst="roundRect">
            <a:avLst>
              <a:gd name="adj" fmla="val 195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6636" y="2574057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46636" y="2865016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46636" y="3155975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46636" y="3446934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6636" y="3737893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6636" y="4028852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46636" y="4319811"/>
            <a:ext cx="5205933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59969" y="2347168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Variable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18869" y="2347168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Type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97403" y="2347168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59969" y="2638127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18869" y="2638127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 / Categorical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97403" y="2638127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59969" y="2929086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BMI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18869" y="2929086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/ Numeric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97403" y="2929086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59969" y="3220045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Blood Pressure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18869" y="3220045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/ Numeric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97403" y="3220045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59969" y="3511004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Cholesterol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18869" y="3511004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/ Numeric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97403" y="3511004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59969" y="3801963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Glucose Level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18869" y="3801963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/ Numeric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97403" y="3801963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59969" y="4092922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Activity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18869" y="4092922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Ordinal / Categorical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97403" y="4092922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59969" y="4383881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Diabetes Diagnosis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18869" y="4383881"/>
            <a:ext cx="2318742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(Yes / No)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197403" y="4383881"/>
            <a:ext cx="179910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5327"/>
            <a:ext cx="765200" cy="111770"/>
          </a:xfrm>
          <a:prstGeom prst="roundRect">
            <a:avLst>
              <a:gd name="adj" fmla="val 2214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40246" y="377354"/>
            <a:ext cx="1134145" cy="6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 FRAMEWORK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484584"/>
            <a:ext cx="8151763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&amp; Visualization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6119" y="780231"/>
            <a:ext cx="8608963" cy="9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follows a three-stage analytics pipeline — from raw data exploration through predictive modeling to interactive clinical deployment — each stage building directly on the last.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923330"/>
            <a:ext cx="4787801" cy="28415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10481" y="2991153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81" y="2991153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86226" y="2991153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EDA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3857774"/>
            <a:ext cx="2597200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96119" y="4016499"/>
            <a:ext cx="2597200" cy="46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summaries and distribution analysis will characterize each of the six predictor variables. Correlation matrices will surface relationships between risk factors — particularly between BMI, cholesterol, blood pressure, and the diabetes outcome — establishing the empirical foundation for model development.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277716" y="3857774"/>
            <a:ext cx="2597200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Modeling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77716" y="4016499"/>
            <a:ext cx="2597200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classification algorithms will be trained on the 250,000-record dataset to stratify diabetes risk. Model performance will be evaluated using standard metrics including accuracy, sensitivity, and specificity to ensure clinical reliability across patient populations.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6059314" y="3857774"/>
            <a:ext cx="2597200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059314" y="4016499"/>
            <a:ext cx="2597200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real-time decision support dashboard will translate model outputs into clinically actionable visualizations — displaying risk predictions, factor relationships, and population-level insights to empower telemedicine providers with evidence-based guidance at the point of care.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4574530"/>
            <a:ext cx="8151763" cy="213643"/>
          </a:xfrm>
          <a:prstGeom prst="roundRect">
            <a:avLst>
              <a:gd name="adj" fmla="val 14479"/>
            </a:avLst>
          </a:prstGeom>
          <a:solidFill>
            <a:srgbClr val="E1E1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" y="4668738"/>
            <a:ext cx="92050" cy="735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5360" y="4636591"/>
            <a:ext cx="8296126" cy="9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Theme: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analytics and visualization are not secondary outputs — they are the primary methodology driving clinical value in this project.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3232"/>
            <a:ext cx="1101626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890439"/>
            <a:ext cx="140999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PROPOSITION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9135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Differentiating Factors: Our Unique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6494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interactive dashboard is specifically designed to overcome the limitations of existing solutions, offering a more integrated, interpretable, and actionable decision support system.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01391"/>
            <a:ext cx="2634555" cy="20888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8982" y="2313012"/>
            <a:ext cx="148828" cy="1488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4380" y="2697510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Dynamic, Real-time Risk Scoring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34380" y="2965772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Leveraging live data streams to provide continually updated, individualized diabetes risk assessments, adapting to changes in patient health status instantly.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4648" y="2201391"/>
            <a:ext cx="2634630" cy="208880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7512" y="2313012"/>
            <a:ext cx="148828" cy="1488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92909" y="2697510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 for Clinicians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392909" y="2965772"/>
            <a:ext cx="235810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risk prediction is accompanied by transparent insights into contributing factors, allowing providers to understand *why* a risk is elevated, fostering trust and informed decisions.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3252" y="2201391"/>
            <a:ext cx="2634555" cy="208880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6115" y="2313012"/>
            <a:ext cx="148828" cy="1488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51513" y="2697510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Intervention Pathways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151513" y="3159621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identifying risk, the dashboard integrates directly with clinical guidelines, suggesting personalized intervention strategies and next steps tailored to each patient's profile.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2026-08-04T15:08:37Z</dcterms:created>
  <dcterms:modified xsi:type="dcterms:W3CDTF">2026-08-04T15:08:37Z</dcterms:modified>
</cp:coreProperties>
</file>